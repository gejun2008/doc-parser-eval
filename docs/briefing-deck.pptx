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Relationship Id="rId3" Type="http://schemas.openxmlformats.org/officeDocument/2006/relationships/hyperlink" Target="https://github.com/gejun2008/doc-parser-eval/blob/v1.0-report/docs/evaluation-repor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INFINITY-PARSER2 vs AZURE DOCUMENT INTELLIGENCE · 技术评估简报 · 2026-09-24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文档类型适用性评估：Infinity-Parser2 替代 Azure DI 的范围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样本：53 份公开披露文档 → 210 页 → 1,229 条断言；配对页 191 页（Azure 19 页因网关超时失败）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1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64" cy="71323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61288"/>
            <a:ext cx="10911535" cy="6400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一句话：解析质量上 Azure 每项都持平或更好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。港股披露文件、A 股公告的关键字段没看到差异，可以进 POC；但 A 股年报、中报「页首是续表」的页，Infinity 会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静默丢掉整段表格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。它还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不提供置信度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只收 PDF 和图片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。替代理由只能来自成本或私有化部署。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支持的文件格式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240280"/>
          <a:ext cx="11183112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3840480"/>
                <a:gridCol w="1828800"/>
                <a:gridCol w="1005840"/>
                <a:gridCol w="1673352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图片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Office（Word / Excel / PPT）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HTML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JPG · PNG · BMP · TIFF · HEIF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PNG · JPG · BMP · TIFF · WEBP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 须先转 PDF / 图片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456432"/>
          <a:ext cx="11185855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2011680"/>
                <a:gridCol w="6430975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文档类型（PDF）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依据（同一批页配对比较）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港股年报 / 中报 / 招股书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金额、科目归属断言两边都没有失败；分族的正文完整性待第三轮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股临时公告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金额断言两边都没有失败；第一轮 Infinity 的领先已查明是标点造成的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股年报 / 中报（报表附注页）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现阶段不可替代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 3 页确定性丢表（共 27 个金额），都在页首续表页，没有报错；Azure 也缺了 6 个，原因待查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需要按置信度分流复核的流程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不可替代（结构性）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 不返回任何置信度，请求 logprobs 会被静默忽略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 KYC 类文件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证据不足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 39 条正文完整性断言，没有金额断言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扫描件 / 倾斜件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未与 Azure 对照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仅测了 Infinity：倾斜 2° 的页出现无限复读，打满 32k token，输出作废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贸易金融单证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</a:t>
                      </a:r>
                    </a:p>
                  </a:txBody>
                  <a:tcPr marL="73152" marR="73152" marT="36576" marB="36576" anchor="ctr">
                    <a:solidFill>
                      <a:srgbClr val="EEF0F3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没有合规的公开样本，现有结论不能外推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在各项指标上持平或更好 · 同一批 191 页、同一套断言配对比较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解析质量对比：Azure DI vs Infinity-Parser2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检验方法：McNemar 配对检验；不合成总分；n &lt; 30 的分层不下结论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743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断言通过率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188720"/>
            <a:ext cx="118872" cy="118872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9280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188720"/>
            <a:ext cx="118872" cy="1188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7276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金额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数值是否原样出现、出现次数是否正确 · n = 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89280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193852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1938528"/>
            <a:ext cx="383362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89280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20370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0370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256032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差异显著（0 : 12，p = 0.0005）。Infinity 的 12 条失败逐条核对后：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8 条是真实遗漏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，另外 4 条只是减号字形不同。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7296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正文完整性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每页抽 3 行正文，查是否原样输出 · n = 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8444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83080" y="3630168"/>
            <a:ext cx="3660617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58444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93.1%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389534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94106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41064"/>
            <a:ext cx="3817894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9534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25196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差异显著（2 : 20，p = 0.0001）。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第一轮的 91.3% 对 72.5% 作废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：那是 Azure 把全角标点转成半角造成的。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6460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单位与币种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表头「单位：元」等是否保留 · n = 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27608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532180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5321808"/>
            <a:ext cx="3888668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7608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558698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558698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94360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未观察到显著差异（0 : 1）。金额与科目同行（n = 76）：Infinity 100%，Azure 98.7%，同样未观察到显著差异。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159" y="1097280"/>
            <a:ext cx="4693615" cy="2487168"/>
          </a:xfrm>
          <a:prstGeom prst="roundRect">
            <a:avLst>
              <a:gd name="adj" fmla="val 4000"/>
            </a:avLst>
          </a:prstGeom>
          <a:solidFill>
            <a:srgbClr val="FFFAF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78040" y="118872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全量金额扫描：两边都会缺，性质不同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1481328"/>
            <a:ext cx="4327855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配对 54 页 A 股金额页，1,544 个金额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11 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 缺失 · 2 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6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缺失 · 2 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2487168"/>
            <a:ext cx="4327855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 已查实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：页首续表整段没输出；调用照常正常结束，重复 3 次缺的完全一样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配对集外还有一页：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整张 16 个金额的表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不见了（Azure 该页网关失败）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Azure 缺的 6 个原因待查（第三轮）；页级比较未观察到显著差异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95159" y="3721608"/>
            <a:ext cx="4693615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379476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2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服务与成本</a:t>
            </a:r>
            <a:r>
              <a:rPr sz="12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（只作参考，两边口径不同，不比优劣）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7178040" y="4133087"/>
          <a:ext cx="4327855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1828800"/>
                <a:gridCol w="158465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Infinity（测试端点）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DI（公司网关）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210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延迟 P50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22.5 s（并发 2）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 s（并发 4，含轮询）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吞吐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1.6–5.6 页/分，并发无效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未报价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牌价 $10 / 千页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7178040" y="5760720"/>
            <a:ext cx="4327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每页约 9.6k token。若按 token 计费，输入单价要低于 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≈ $1.13 / 百万 token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才能与 Azure 牌价持平。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OCR 出错时会报不确定，VLM 出错时照常交付 · 下一步：POC 范围与退出标准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技术路线对比：Azure DI（OCR 流水线）vs Infinity-Parser2（VLM）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3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720840" cy="48280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43000"/>
                <a:gridCol w="3246120"/>
                <a:gridCol w="23317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DI（prebuilt-layout）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技术路线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视觉语言模型（VLM），一次生成整页 markdown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OCR + 版面分析流水线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支持格式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PDF 与图片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PDF、图片、Office、HTML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整页渲染成 300 DPI 图像，逐页独立处理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PDF（本次为单页 PDF）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每个文本片段都有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同一页调用 3 次，99.0% 逐字相同（金额零变化）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保留原文全角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全角转半角，下游需要归一化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认不出时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可能漏掉或生成内容，调用照常正常结束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给低置信度或留空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特有失败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无限复读、打满 token 上限（观测到 2 次）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坐标框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由模型生成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几何检测得出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只看得到别名 inf-mllm，型号与版本不可知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API 版本号，可指定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开源权重（Apache-2.0）；自称基于 Qwen3.5（待证实）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闭源托管服务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188720"/>
            <a:ext cx="4144975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28016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POC 建议范围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600200"/>
            <a:ext cx="3779215" cy="24688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先决条件：有成本或私有化部署上的动因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，解析质量本身不构成动因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港股年报、中报、招股书 + A 股公告，只用电子版 PDF，每族 ≥ 300 页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定向测试 ≥ 50 页「页首续表」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，测丢表的发生频率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强制护栏：金额与 PDF 文本层逐个对账；finish_reason=length 一律转人工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开测前厂商须答复：型号与版本锁定、计费方式、置信度、生产 SLA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4251960"/>
            <a:ext cx="4144975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34340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退出标准（任一触发即停）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681728"/>
            <a:ext cx="3779215" cy="1600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丢失或替换金额的页，显著多于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不能锁定版本，也不承诺变更前通知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按合同价计入人工复核后，单页成本高于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生产吞吐达不到业务峰值；复读退化率超过阈值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结论 · 详细 · 方法 · 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评测总结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　·　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4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5" cy="315467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9997135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在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正文完整性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两项上显著更好，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单位币种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金额科目归属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两项差异不显著，没有一项 Infinity 更好。Infinity 另有两个结构性缺陷：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不返回置信度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；页首是续表的页会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静默丢表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详细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各项指标见第 2 页；按文档类型的替代判断见第 1 页；模型差异、POC 范围与退出标准见第 3 页。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两边都通过调用 API 解析同一批页，各自输出 markdown，我方不做转换；输出与同一套 GT（断言）逐条比对，只比两边都成功的页，用配对检验判断差异是否显著，不合成总分。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自建金融集：53 份公开披露文档（巨潮资讯网、HKEX 披露易）→ 210 页 → 1,229 条断言，配对 191 页。GT 以 PDF 文本层自动提取为主，76 条科目归属人工逐条确认。公共基准 olmOCR-Bench：跑了 41 页。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测试集与测试结果：测试集构成、GT 来源、各项指标与逐条失败明细、服务数据、数字出处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0167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分析报告：结论与依据、按文档类型的判断、结构性差异、POC 范围与退出标准、评测方法（附录 C）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