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1-report/docs/en/evaluation-report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1-report/docs/en/test-results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1-report/docs/en/evaluation-report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1-report/docs/en/test-results.md" TargetMode="External"/><Relationship Id="rId3" Type="http://schemas.openxmlformats.org/officeDocument/2006/relationships/hyperlink" Target="https://github.com/gejun2008/doc-parser-eval/blob/v1.1-report/docs/en/evaluation-report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INFINITY-PARSER2 vs AZURE DOCUMENT INTELLIGENCE · TECHNICAL EVALUATION BRIEF · 2026-09-24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Document Type Suitability: Azure DI vs Infinity-Parser2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Sample: 53 public disclosure documents → 210 pages → 1,229 assertions; 191 paired pages (19 Azure pages failed on gateway timeouts)  ·  Source: </a:t>
            </a:r>
            <a:r>
              <a:rPr sz="900" b="0">
                <a:solidFill>
                  <a:srgbClr val="3D6FB6"/>
                </a:solidFill>
                <a:latin typeface="Calibri"/>
                <a:ea typeface="Calibri"/>
                <a:cs typeface="Calibri"/>
                <a:hlinkClick r:id="rId2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1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71323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54864" cy="71323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10911535" cy="6766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r>
              <a:rPr sz="12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 one sentence: on parsing quality Azure is equal or better on every metric.</a:t>
            </a:r>
            <a:r>
              <a:rPr sz="12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No difference on key fields in HK disclosures and A-share announcements, so these can enter a POC; but on A-share annual / interim pages that start with a continuation table, Infinity </a:t>
            </a:r>
            <a:r>
              <a:rPr sz="12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silently drops the whole table segment</a:t>
            </a:r>
            <a:r>
              <a:rPr sz="12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. It also </a:t>
            </a:r>
            <a:r>
              <a:rPr sz="12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provides no confidence</a:t>
            </a:r>
            <a:r>
              <a:rPr sz="12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2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accepts only PDF and images</a:t>
            </a:r>
            <a:r>
              <a:rPr sz="12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. A reason to switch can only come from cost or on-premise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Supported file formats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183110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914400"/>
                <a:gridCol w="3749039"/>
                <a:gridCol w="1920240"/>
                <a:gridCol w="914400"/>
                <a:gridCol w="1856231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PDF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Images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Office (Word / Excel / PPT)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HTML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Note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Azure DI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  JPG · PNG · BMP · TIFF · HEIF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Infinity-Parser2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✓  PNG · JPG · BMP · TIFF · WEBP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✗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Office → PDF / image first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456432"/>
          <a:ext cx="11185855" cy="27797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20"/>
                <a:gridCol w="2103120"/>
                <a:gridCol w="606521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Document type (PDF)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Judgement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Evidence (same pages, paired comparison)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HK annual / interim reports / prospectuses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Candidate · enter POC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Neither system failed any amount or label assertion; per-family text completeness awaits round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A-share ad-hoc announcements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Candidate · enter POC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Neither system failed any amount assertion; Infinity's round-1 lead was traced to punctuation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A-share annual / interim (statements &amp; notes)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Not replaceable yet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Infinity dropped tables on 3 pages (27 amounts), all continuation pages, no error; Azure also missed 6, cause unknown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Workflows routing review by confidence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Not replaceable (structural)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The API returns no confidence; a logprobs request is silently ignored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HK KYC-type documents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9A6700"/>
                          </a:solidFill>
                          <a:latin typeface="Calibri"/>
                          <a:ea typeface="Calibri"/>
                          <a:cs typeface="Calibri"/>
                        </a:rPr>
                        <a:t>Insufficient evidence</a:t>
                      </a:r>
                    </a:p>
                  </a:txBody>
                  <a:tcPr marL="73152" marR="73152" marT="36576" marB="36576" anchor="ctr">
                    <a:solidFill>
                      <a:srgbClr val="FFF4D6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Only 39 text-completeness assertions, no amount assertions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Scanned / skewed pages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9A6700"/>
                          </a:solidFill>
                          <a:latin typeface="Calibri"/>
                          <a:ea typeface="Calibri"/>
                          <a:cs typeface="Calibri"/>
                        </a:rPr>
                        <a:t>Not compared with Azure</a:t>
                      </a:r>
                    </a:p>
                  </a:txBody>
                  <a:tcPr marL="73152" marR="73152" marT="36576" marB="36576" anchor="ctr">
                    <a:solidFill>
                      <a:srgbClr val="FFF4D6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Infinity only: a page skewed by 2° fell into endless repetition, hit 32k tokens, output unusable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Trade-finance documents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Not covered</a:t>
                      </a:r>
                    </a:p>
                  </a:txBody>
                  <a:tcPr marL="73152" marR="73152" marT="36576" marB="36576" anchor="ctr">
                    <a:solidFill>
                      <a:srgbClr val="EEF0F3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No compliant public samples; conclusions cannot be extrapolated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Azure is equal or better on every metric · same 191 pages, same assertions, paired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Parsing Quality: Azure DI vs Infinity-Parser2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Test: McNemar paired test; no composite score; no conclusion for strata with n &lt; 30  ·  Source: </a:t>
            </a:r>
            <a:r>
              <a:rPr sz="900" b="0">
                <a:solidFill>
                  <a:srgbClr val="3D6FB6"/>
                </a:solidFill>
                <a:latin typeface="Calibri"/>
                <a:ea typeface="Calibri"/>
                <a:cs typeface="Calibri"/>
                <a:hlinkClick r:id="rId2"/>
              </a:rPr>
              <a:t>test-results.md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Assertion pass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188720"/>
            <a:ext cx="118872" cy="118872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112471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Infinity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118872" cy="118872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12471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Azure 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8132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7276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Amounts</a:t>
            </a:r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  · value appears verbatim, the correct number of times · n = 486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89280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Infinity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93852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3080" y="1938528"/>
            <a:ext cx="3833622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89280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97.5%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20370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Azure 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224942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3080" y="2249424"/>
            <a:ext cx="3931920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0370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256032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Significant (0 : 12, p = 0.0005). Of Infinity's 12 failures, checked one by one: </a:t>
            </a:r>
            <a:r>
              <a:rPr sz="9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8 are real omissions</a:t>
            </a:r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; the other 4 differ only in the minus-sign glyph.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7296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6440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Text completeness</a:t>
            </a:r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  · 3 text lines per page must appear verbatim · n = 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58444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Infinity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63016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3630168"/>
            <a:ext cx="3660617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58444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93.1%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Azure 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94106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3080" y="3941064"/>
            <a:ext cx="3817894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89534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97.1%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25196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Significant (2 : 20, p = 0.0001). </a:t>
            </a:r>
            <a:r>
              <a:rPr sz="9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Round 1's 91.3% vs 72.5% is void</a:t>
            </a:r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: it came from Azure converting full-width punctuation to half-width.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6460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5604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Unit &amp; currency</a:t>
            </a:r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  · headers such as "unit: yuan" are kept · n = 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27608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Infinity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532180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83080" y="5321808"/>
            <a:ext cx="3888668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527608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98.9%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558698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Azure 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563270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83080" y="5632704"/>
            <a:ext cx="3931920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58698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94360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No significant difference (0 : 1). Amount next to its label (n = 76): Infinity 100%, Azure 98.7%, also no significant difference.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159" y="1097280"/>
            <a:ext cx="4693615" cy="2487168"/>
          </a:xfrm>
          <a:prstGeom prst="roundRect">
            <a:avLst>
              <a:gd name="adj" fmla="val 4000"/>
            </a:avLst>
          </a:prstGeom>
          <a:solidFill>
            <a:srgbClr val="FFFAFA"/>
          </a:solidFill>
          <a:ln w="1905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1188720"/>
            <a:ext cx="4327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Full amount scan: both miss, for different reasons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1481328"/>
            <a:ext cx="4327855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54 paired A-share pages with amounts, 1,544 amounts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1691640"/>
            <a:ext cx="19202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80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176272"/>
            <a:ext cx="19202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missed by Infinity · 2 pages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1691640"/>
            <a:ext cx="19202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8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2176272"/>
            <a:ext cx="192024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missed by Azure · 2 pages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2450592"/>
            <a:ext cx="4327855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9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Infinity, confirmed</a:t>
            </a:r>
            <a:r>
              <a:rPr sz="9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: continuation table at page top not output; the call still ended normally; 3 repeats missed the same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One more page outside the paired set: </a:t>
            </a:r>
            <a:r>
              <a:rPr sz="9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whole table of 16 amounts</a:t>
            </a:r>
            <a:r>
              <a:rPr sz="9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vanished (Azure failed at the gateway there)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Cause of Azure's 6 misses to be investigated (round 3); no significant difference at page level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59" y="3721608"/>
            <a:ext cx="4693615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3794760"/>
            <a:ext cx="4327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2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Service &amp; cost</a:t>
            </a:r>
            <a:r>
              <a:rPr sz="12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  (reference only; bases differ, not ranked)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7178040" y="4133087"/>
          <a:ext cx="4327855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828800"/>
                <a:gridCol w="149321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Infinity (test endpoint)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Azure DI (gateway)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Success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210 / 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191 / 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Latency P50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22.5 s (concurrency 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17 s (concurrency 4, polling)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Throughput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1.6–5.6 pages/min, flat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Price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Flash ¥38 / 1k pp (¥19 at 50%)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List $10 / 1,000 pages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7178040" y="5760720"/>
            <a:ext cx="4327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Tested tier per the vendor: Flash 2.1, about $5.3 / 1,000 pages at the 09-28 list price, </a:t>
            </a:r>
            <a:r>
              <a:rPr sz="9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roughly half of Azure's list</a:t>
            </a:r>
            <a:r>
              <a:rPr sz="95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; unit and discount unconfirmed, service fees extra.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When OCR fails it reports uncertainty; when a VLM fails it delivers anyway · next: POC scope and exit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Technical Approach: Azure DI (OCR Pipeline) vs Infinity-Parser2 (VLM)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Source: </a:t>
            </a:r>
            <a:r>
              <a:rPr sz="900" b="0">
                <a:solidFill>
                  <a:srgbClr val="3D6FB6"/>
                </a:solidFill>
                <a:latin typeface="Calibri"/>
                <a:ea typeface="Calibri"/>
                <a:cs typeface="Calibri"/>
                <a:hlinkClick r:id="rId2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3 /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6720840" cy="48280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3200400"/>
                <a:gridCol w="22860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Infinity-Parser2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Calibri"/>
                          <a:ea typeface="Calibri"/>
                          <a:cs typeface="Calibri"/>
                        </a:rPr>
                        <a:t>Azure DI (prebuilt-layout)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Vision-language model (VLM), whole page to markdown in one pass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OCR + layout-analysis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Formats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PDF and images only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PDF, images, Office, HTML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Each page rendered to a 300 DPI image, processed independently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PDF (single-page PDFs in this test)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Calibri"/>
                          <a:ea typeface="Calibri"/>
                          <a:cs typeface="Calibri"/>
                        </a:rPr>
                        <a:t>For every text span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Determinism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Same page 3 times: 99.0% character-identical (amounts unchanged)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Deterministic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Punctuation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Keeps original full-width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Full-width → half-width; normalise downstream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When unsure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May omit or generate content; the call still ends normally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Low confidence or left blank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Unique failure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Endless repetition hitting the token limit (seen twice)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Bounding boxes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Generated by the 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Geometric detection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Version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Only the alias inf-mllm; vendor says Flash 2.1, not verifiable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API version, can be pinned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Open weights (Apache-2.0); claims Qwen3.5 base (unverified)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Closed, hosted 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188720"/>
            <a:ext cx="4144975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280160"/>
            <a:ext cx="37792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Recommended POC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600200"/>
            <a:ext cx="3779215" cy="2468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Precondition: a cost or on-premise reason</a:t>
            </a: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; parsing quality alone is not a reason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HK annual / interim reports and prospectuses + A-share announcements, electronic PDFs only, ≥ 300 pages per family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0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Targeted test on ≥ 50 "continuation table at page top" pages</a:t>
            </a: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to measure how often tables drop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Guardrails: reconcile every amount against the PDF text layer; route every finish_reason=length to a human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Vendor must answer first: model and version locking, billing, confidence, production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251960"/>
            <a:ext cx="414497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343400"/>
            <a:ext cx="37792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Exit criteria (stop if any is triggered)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681728"/>
            <a:ext cx="3779215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Significantly more pages with missing or substituted amounts than Azure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No version locking and no advance notice of changes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Per-page cost above Azure at contract price, including human review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• Production throughput below business peak; repetition-degeneration rate above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Conclusion · Details · Method · Data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Calibri"/>
                <a:ea typeface="Calibri"/>
                <a:cs typeface="Calibri"/>
              </a:rPr>
              <a:t>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Sources: </a:t>
            </a:r>
            <a:r>
              <a:rPr sz="900" b="0">
                <a:solidFill>
                  <a:srgbClr val="3D6FB6"/>
                </a:solidFill>
                <a:latin typeface="Calibri"/>
                <a:ea typeface="Calibri"/>
                <a:cs typeface="Calibri"/>
                <a:hlinkClick r:id="rId2"/>
              </a:rPr>
              <a:t>test-results.md</a:t>
            </a:r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900" b="0">
                <a:solidFill>
                  <a:srgbClr val="3D6FB6"/>
                </a:solidFill>
                <a:latin typeface="Calibri"/>
                <a:ea typeface="Calibri"/>
                <a:cs typeface="Calibri"/>
                <a:hlinkClick r:id="rId3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4 /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5" cy="3154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9814255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</a:rPr>
                        <a:t>Conclusion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Azure is significantly better on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amounts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 and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text completeness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; on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unit &amp; currency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 and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amount–label pairing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 there is no significant difference; Infinity is better on none. Infinity also has two structural gaps: it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returns no confidence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, and on pages starting with a continuation table it </a:t>
                      </a:r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silently drops the table</a:t>
                      </a:r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Test result data: see test-results.md; analysis and findings: see evaluation-report.md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Both systems parse the same pages through their APIs and output markdown, with no conversion on our side; outputs are checked assertion by assertion against the same GT, only pages where both succeeded are compared, a paired test decides significance, and no composite score is computed.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</a:rPr>
                        <a:t>Data sets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  <a:ea typeface="Calibri"/>
                          <a:cs typeface="Calibri"/>
                        </a:rPr>
                        <a:t>Self-built financial set: 53 public disclosure documents (CNINFO, HKEXnews) → 210 pages → 1,229 assertions, 191 paired pages. GT is mainly extracted automatically from the PDF text layer; 76 label pairings were confirmed by a human one by one. Public benchmark olmOCR-Bench: 41 pages run.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754880"/>
            <a:ext cx="5501487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5135727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3D6FB6"/>
                </a:solidFill>
                <a:latin typeface="Calibri"/>
                <a:ea typeface="Calibri"/>
                <a:cs typeface="Calibri"/>
                <a:hlinkClick r:id="rId2"/>
              </a:rPr>
              <a:t>test-results.md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93792"/>
            <a:ext cx="5135727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Test sets and results: composition, GT sources, every metric and failure detail, service data, sources of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4754880"/>
            <a:ext cx="5501487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4846320"/>
            <a:ext cx="5135727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3D6FB6"/>
                </a:solidFill>
                <a:latin typeface="Calibri"/>
                <a:ea typeface="Calibri"/>
                <a:cs typeface="Calibri"/>
                <a:hlinkClick r:id="rId3"/>
              </a:rPr>
              <a:t>evaluation-report.md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93792"/>
            <a:ext cx="5135727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Calibri"/>
                <a:ea typeface="Calibri"/>
                <a:cs typeface="Calibri"/>
              </a:rPr>
              <a:t>Analysis report: conclusions and evidence, judgement by document type, structural differences, POC scope and exit criteria, method (Appendix 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