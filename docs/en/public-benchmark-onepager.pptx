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Public benchmarks: Infinity trails Azure on tables; text and charts show no clear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olmOCR-Bench (120 pages / 499 tests) · ParseBench (500 pages) · paired tests by dimension, no composite score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6949440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Dimension</a:t>
                      </a:r>
                    </a:p>
                  </a:txBody>
                  <a:tcPr marL="109728" marR="91440" marT="0" marB="0" anchor="ctr">
                    <a:solidFill>
                      <a:srgbClr val="0B5563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Infinity</a:t>
                      </a:r>
                    </a:p>
                  </a:txBody>
                  <a:tcPr marL="109728" marR="91440" marT="0" marB="0" anchor="ctr">
                    <a:solidFill>
                      <a:srgbClr val="0B5563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</a:t>
                      </a:r>
                    </a:p>
                  </a:txBody>
                  <a:tcPr marL="109728" marR="91440" marT="0" marB="0" anchor="ctr">
                    <a:solidFill>
                      <a:srgbClr val="0B5563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Mistral</a:t>
                      </a:r>
                    </a:p>
                  </a:txBody>
                  <a:tcPr marL="109728" marR="91440" marT="0" marB="0" anchor="ctr">
                    <a:solidFill>
                      <a:srgbClr val="8A969E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Tables · ParseBench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74.8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82.6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Calibri"/>
                          <a:ea typeface="Calibri"/>
                          <a:cs typeface="Calibri"/>
                        </a:rPr>
                        <a:t>63.2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780"/>
                          </a:solidFill>
                          <a:latin typeface="Calibri"/>
                          <a:ea typeface="Calibri"/>
                          <a:cs typeface="Calibri"/>
                        </a:rPr>
                        <a:t>    Hard tables (n=47)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64.2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78.1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AA3AA"/>
                          </a:solidFill>
                          <a:latin typeface="Calibri"/>
                          <a:ea typeface="Calibri"/>
                          <a:cs typeface="Calibri"/>
                        </a:rPr>
                        <a:t>46.7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Tables · olmOCR-Bench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64.2%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86.6%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Calibri"/>
                          <a:ea typeface="Calibri"/>
                          <a:cs typeface="Calibri"/>
                        </a:rPr>
                        <a:t>85.0%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Text · Content Faithfulness ⚠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87.2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83.3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Calibri"/>
                          <a:ea typeface="Calibri"/>
                          <a:cs typeface="Calibri"/>
                        </a:rPr>
                        <a:t>86.9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Charts · default output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2.0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2.1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Calibri"/>
                          <a:ea typeface="Calibri"/>
                          <a:cs typeface="Calibri"/>
                        </a:rPr>
                        <a:t>2.0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  <a:ea typeface="Calibri"/>
                          <a:cs typeface="Calibri"/>
                        </a:rPr>
                        <a:t>Layout coordinates (bbox)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14/40</a:t>
            </a:r>
            <a:r>
              <a:rPr sz="11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  olmOCR table pages flattened to plain text by Infinity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B7791F"/>
                </a:solidFill>
                <a:latin typeface="Calibri"/>
                <a:ea typeface="Calibri"/>
                <a:cs typeface="Calibri"/>
              </a:rPr>
              <a:t>⚠</a:t>
            </a:r>
            <a:r>
              <a:rPr sz="11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  Unequal inputs: Infinity received 300-DPI rendered images; Azure / Mistral received original PDFs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58.3</a:t>
            </a:r>
            <a:r>
              <a:rPr sz="11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  Infinity chart score with deep parsing enabled, requiring 825 additional model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Conclusions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965960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0" y="2208276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8" y="2039112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Tables: Infinity trails Azure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Significantly lower on both benchmarks; 14 points behind on hard tables, with a table-flattening failure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944368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0" y="3186684"/>
            <a:ext cx="384048" cy="384048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3017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Text: all three are close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Unequal inputs (rendered image vs. original PDF); not directly comparable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22776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01000" y="4165091"/>
            <a:ext cx="384048" cy="384048"/>
          </a:xfrm>
          <a:prstGeom prst="ellipse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99592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Charts: no default output extracts data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Infinity’s 58.3 depends on additional model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901183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0" y="5143499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497433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Calibri"/>
                <a:ea typeface="Calibri"/>
                <a:cs typeface="Calibri"/>
              </a:rPr>
              <a:t>Bboxes: Infinity &amp; Azure return them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Mistral returned no scoreable bboxes via the tested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780"/>
                </a:solidFill>
                <a:latin typeface="Calibri"/>
                <a:ea typeface="Calibri"/>
                <a:cs typeface="Calibri"/>
              </a:rPr>
              <a:t>Source: olmOCR-Bench @ab294c6a · ParseBench @3295d7f · 2026-09-30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